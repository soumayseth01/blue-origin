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slide 3 of snap-qc-partnership-model.pptx. This is the product and integration concept for engineering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goal: confirm the initial India delivery pod, identify available people, and recommend role combinations or sequencing. Executive roles are outside this staffing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EDBA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3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+ CAPABILITIES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466576" y="64739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E5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umayseth/Documents/BlueOrigin/work/slide-assets/systems-integration-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people requirements for an India-led build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75488" y="10698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team model for review — validate the mix, seniority, availability and hiring sequence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75488" y="15179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5" kern="0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DELIVERY CORE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8013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706624" y="18013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FTE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3364992" y="1801368"/>
            <a:ext cx="4325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CAPABILITY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475488" y="2011680"/>
            <a:ext cx="7452360" cy="539496"/>
          </a:xfrm>
          <a:prstGeom prst="roundRect">
            <a:avLst>
              <a:gd name="adj" fmla="val 8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057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Lead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2706624" y="20574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6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64992" y="2057400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design, estimation, delivery planning, team allocation and release readiness</a:t>
            </a:r>
            <a:endParaRPr lang="en-US" sz="1090" dirty="0"/>
          </a:p>
        </p:txBody>
      </p:sp>
      <p:sp>
        <p:nvSpPr>
          <p:cNvPr id="12" name="Shape 10"/>
          <p:cNvSpPr/>
          <p:nvPr/>
        </p:nvSpPr>
        <p:spPr>
          <a:xfrm>
            <a:off x="475488" y="2587752"/>
            <a:ext cx="7452360" cy="539496"/>
          </a:xfrm>
          <a:prstGeom prst="roundRect">
            <a:avLst>
              <a:gd name="adj" fmla="val 8475"/>
            </a:avLst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6334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Engineers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2706624" y="263347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6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64992" y="2633472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workflows, user experience, APIs and integration delivery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475488" y="3163824"/>
            <a:ext cx="7452360" cy="539496"/>
          </a:xfrm>
          <a:prstGeom prst="roundRect">
            <a:avLst>
              <a:gd name="adj" fmla="val 8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2095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Engineer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2706624" y="320954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6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64992" y="3209544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workflows, evaluation, guardrails and model integration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475488" y="3739896"/>
            <a:ext cx="7452360" cy="539496"/>
          </a:xfrm>
          <a:prstGeom prst="roundRect">
            <a:avLst>
              <a:gd name="adj" fmla="val 8475"/>
            </a:avLst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7856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Knowledge Engineer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2706624" y="37856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6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64992" y="3785616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Policy, document, evidence and knowledge pipelines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475488" y="4315968"/>
            <a:ext cx="7452360" cy="539496"/>
          </a:xfrm>
          <a:prstGeom prst="roundRect">
            <a:avLst>
              <a:gd name="adj" fmla="val 8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3616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Engineer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2706624" y="43616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6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64992" y="4361688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Functional, regression and automated testing</a:t>
            </a:r>
            <a:endParaRPr lang="en-US" sz="1090" dirty="0"/>
          </a:p>
        </p:txBody>
      </p:sp>
      <p:sp>
        <p:nvSpPr>
          <p:cNvPr id="28" name="Shape 26"/>
          <p:cNvSpPr/>
          <p:nvPr/>
        </p:nvSpPr>
        <p:spPr>
          <a:xfrm>
            <a:off x="475488" y="4892040"/>
            <a:ext cx="7452360" cy="539496"/>
          </a:xfrm>
          <a:prstGeom prst="roundRect">
            <a:avLst>
              <a:gd name="adj" fmla="val 8475"/>
            </a:avLst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937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/ SRE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2706624" y="49377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6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364992" y="4937760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deployment, observability, reliability and operational support</a:t>
            </a:r>
            <a:endParaRPr lang="en-US" sz="1090" dirty="0"/>
          </a:p>
        </p:txBody>
      </p:sp>
      <p:sp>
        <p:nvSpPr>
          <p:cNvPr id="32" name="Shape 30"/>
          <p:cNvSpPr/>
          <p:nvPr/>
        </p:nvSpPr>
        <p:spPr>
          <a:xfrm>
            <a:off x="475488" y="5468112"/>
            <a:ext cx="7452360" cy="539496"/>
          </a:xfrm>
          <a:prstGeom prst="roundRect">
            <a:avLst>
              <a:gd name="adj" fmla="val 8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55138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Analyst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2706624" y="55138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6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364992" y="5513832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configuration, workflow mapping and rollout support</a:t>
            </a:r>
            <a:endParaRPr lang="en-US" sz="1090" dirty="0"/>
          </a:p>
        </p:txBody>
      </p:sp>
      <p:sp>
        <p:nvSpPr>
          <p:cNvPr id="36" name="Shape 34"/>
          <p:cNvSpPr/>
          <p:nvPr/>
        </p:nvSpPr>
        <p:spPr>
          <a:xfrm>
            <a:off x="475488" y="6062472"/>
            <a:ext cx="7452360" cy="393192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612648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36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POD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1728216" y="6126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 FTE equivalent</a:t>
            </a:r>
            <a:endParaRPr lang="en-US" sz="1070" dirty="0"/>
          </a:p>
        </p:txBody>
      </p:sp>
      <p:sp>
        <p:nvSpPr>
          <p:cNvPr id="39" name="Text 37"/>
          <p:cNvSpPr/>
          <p:nvPr/>
        </p:nvSpPr>
        <p:spPr>
          <a:xfrm>
            <a:off x="4736592" y="6126480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capacity only against signed backlog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8275320" y="15179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5" kern="0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SUPPORT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275320" y="1865376"/>
            <a:ext cx="3438144" cy="694944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CBD1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58200" y="1956816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Systems Integration Engineer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8458200" y="21762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36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FRACTIONAL</a:t>
            </a:r>
            <a:endParaRPr lang="en-US" sz="870" dirty="0"/>
          </a:p>
        </p:txBody>
      </p:sp>
      <p:sp>
        <p:nvSpPr>
          <p:cNvPr id="44" name="Text 42"/>
          <p:cNvSpPr/>
          <p:nvPr/>
        </p:nvSpPr>
        <p:spPr>
          <a:xfrm>
            <a:off x="9454896" y="2157984"/>
            <a:ext cx="2048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APIs, deployment and customer technical coordination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8275320" y="2651760"/>
            <a:ext cx="3438144" cy="694944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CBD1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58200" y="274320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&amp; Delivery Manager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8458200" y="29626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36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FRACTIONAL</a:t>
            </a:r>
            <a:endParaRPr lang="en-US" sz="870" dirty="0"/>
          </a:p>
        </p:txBody>
      </p:sp>
      <p:sp>
        <p:nvSpPr>
          <p:cNvPr id="48" name="Text 46"/>
          <p:cNvSpPr/>
          <p:nvPr/>
        </p:nvSpPr>
        <p:spPr>
          <a:xfrm>
            <a:off x="9454896" y="2944368"/>
            <a:ext cx="2048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governance, financial tracking and escalation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8275320" y="3438144"/>
            <a:ext cx="3438144" cy="694944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CBD1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58200" y="3529584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 / FDE</a:t>
            </a:r>
            <a:endParaRPr lang="en-US" sz="1120" dirty="0"/>
          </a:p>
        </p:txBody>
      </p:sp>
      <p:sp>
        <p:nvSpPr>
          <p:cNvPr id="51" name="Text 49"/>
          <p:cNvSpPr/>
          <p:nvPr/>
        </p:nvSpPr>
        <p:spPr>
          <a:xfrm>
            <a:off x="8458200" y="37490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36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· GO-LIVE</a:t>
            </a:r>
            <a:endParaRPr lang="en-US" sz="870" dirty="0"/>
          </a:p>
        </p:txBody>
      </p:sp>
      <p:sp>
        <p:nvSpPr>
          <p:cNvPr id="52" name="Text 50"/>
          <p:cNvSpPr/>
          <p:nvPr/>
        </p:nvSpPr>
        <p:spPr>
          <a:xfrm>
            <a:off x="9454896" y="3730752"/>
            <a:ext cx="2048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D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support, renewal and expansion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8275320" y="4407408"/>
            <a:ext cx="3438144" cy="2048256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3F8C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67344" y="45994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spc="35" kern="0" dirty="0">
                <a:solidFill>
                  <a:srgbClr val="236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NEEDED</a:t>
            </a:r>
            <a:endParaRPr lang="en-US" sz="1060" dirty="0"/>
          </a:p>
        </p:txBody>
      </p:sp>
      <p:sp>
        <p:nvSpPr>
          <p:cNvPr id="55" name="Shape 53"/>
          <p:cNvSpPr/>
          <p:nvPr/>
        </p:nvSpPr>
        <p:spPr>
          <a:xfrm>
            <a:off x="8485632" y="4992624"/>
            <a:ext cx="109728" cy="109728"/>
          </a:xfrm>
          <a:prstGeom prst="ellipse">
            <a:avLst/>
          </a:prstGeom>
          <a:solidFill>
            <a:srgbClr val="3F8CFF"/>
          </a:solidFill>
          <a:ln w="12700">
            <a:solidFill>
              <a:srgbClr val="3F8C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0" y="491947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role mix and seniority right?</a:t>
            </a:r>
            <a:endParaRPr lang="en-US" sz="1010" dirty="0"/>
          </a:p>
        </p:txBody>
      </p:sp>
      <p:sp>
        <p:nvSpPr>
          <p:cNvPr id="57" name="Shape 55"/>
          <p:cNvSpPr/>
          <p:nvPr/>
        </p:nvSpPr>
        <p:spPr>
          <a:xfrm>
            <a:off x="8485632" y="5330952"/>
            <a:ext cx="109728" cy="109728"/>
          </a:xfrm>
          <a:prstGeom prst="ellipse">
            <a:avLst/>
          </a:prstGeom>
          <a:solidFill>
            <a:srgbClr val="3F8CFF"/>
          </a:solidFill>
          <a:ln w="12700">
            <a:solidFill>
              <a:srgbClr val="3F8C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86800" y="525780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roles can initially be combined?</a:t>
            </a:r>
            <a:endParaRPr lang="en-US" sz="1010" dirty="0"/>
          </a:p>
        </p:txBody>
      </p:sp>
      <p:sp>
        <p:nvSpPr>
          <p:cNvPr id="59" name="Shape 57"/>
          <p:cNvSpPr/>
          <p:nvPr/>
        </p:nvSpPr>
        <p:spPr>
          <a:xfrm>
            <a:off x="8485632" y="5669280"/>
            <a:ext cx="109728" cy="109728"/>
          </a:xfrm>
          <a:prstGeom prst="ellipse">
            <a:avLst/>
          </a:prstGeom>
          <a:solidFill>
            <a:srgbClr val="3F8CFF"/>
          </a:solidFill>
          <a:ln w="12700">
            <a:solidFill>
              <a:srgbClr val="3F8C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0" y="5596128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available, and how quickly?</a:t>
            </a:r>
            <a:endParaRPr lang="en-US" sz="1010" dirty="0"/>
          </a:p>
        </p:txBody>
      </p:sp>
      <p:sp>
        <p:nvSpPr>
          <p:cNvPr id="61" name="Shape 59"/>
          <p:cNvSpPr/>
          <p:nvPr/>
        </p:nvSpPr>
        <p:spPr>
          <a:xfrm>
            <a:off x="8485632" y="6007608"/>
            <a:ext cx="109728" cy="109728"/>
          </a:xfrm>
          <a:prstGeom prst="ellipse">
            <a:avLst/>
          </a:prstGeom>
          <a:solidFill>
            <a:srgbClr val="3F8CFF"/>
          </a:solidFill>
          <a:ln w="12700">
            <a:solidFill>
              <a:srgbClr val="3F8C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0" y="5934456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22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be contract vs full-time?</a:t>
            </a:r>
            <a:endParaRPr lang="en-US" sz="10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Agent Ramp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QC Platform — Engineering Team Feedback</dc:title>
  <dc:subject>QC platform concept and initial people requirements</dc:subject>
  <dc:creator>Agent Ramp</dc:creator>
  <cp:lastModifiedBy>Agent Ramp</cp:lastModifiedBy>
  <cp:revision>1</cp:revision>
  <dcterms:created xsi:type="dcterms:W3CDTF">2026-07-29T01:36:23Z</dcterms:created>
  <dcterms:modified xsi:type="dcterms:W3CDTF">2026-07-29T01:36:23Z</dcterms:modified>
</cp:coreProperties>
</file>