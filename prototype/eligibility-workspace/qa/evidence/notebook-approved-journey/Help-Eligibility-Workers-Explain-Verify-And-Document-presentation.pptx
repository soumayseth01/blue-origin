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learners and introduce the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Eligibility workers must explain which household changes must be reported and the applicable reporting deadline.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electronic data is incomplete, request acceptable proof and explain the available options in plain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Program-specific reporting requirements must remain explicit and should not be combined into a universal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Workers should confirm the reported change, identify the affected program, request required evidence, document the action, and inform the household of the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D27"/>
          </a:solidFill>
          <a:ln w="12700">
            <a:solidFill>
              <a:srgbClr val="FF5D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DDE9EB"/>
                </a:solidFill>
              </a:rPr>
              <a:t>BLUEORIGIN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Help Eligibility Workers Explain, Verify, And Document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333756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9EB"/>
                </a:solidFill>
              </a:rPr>
              <a:t>Help eligibility workers explain, verify, and document household changes with program differences kept explicit.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64556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8CDD1"/>
                </a:solidFill>
              </a:rPr>
              <a:t>1  ·  Brief v1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D27"/>
          </a:solidFill>
          <a:ln w="12700">
            <a:solidFill>
              <a:srgbClr val="FF5D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385F68"/>
                </a:solidFill>
              </a:rPr>
              <a:t>BLUEORIGIN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43C"/>
                </a:solidFill>
              </a:rPr>
              <a:t>What matters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242316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66D"/>
                </a:solidFill>
              </a:rPr>
              <a:t>Eligibility workers must explain which household changes must be reported and the applicable reporting deadline.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64556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B80"/>
                </a:solidFill>
              </a:rPr>
              <a:t>2  ·  Brief v1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D27"/>
          </a:solidFill>
          <a:ln w="12700">
            <a:solidFill>
              <a:srgbClr val="FF5D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385F68"/>
                </a:solidFill>
              </a:rPr>
              <a:t>BLUEORIGIN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43C"/>
                </a:solidFill>
              </a:rPr>
              <a:t>Required action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242316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66D"/>
                </a:solidFill>
              </a:rPr>
              <a:t>When electronic data is incomplete, request acceptable proof and explain the available options in plain language.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64556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B80"/>
                </a:solidFill>
              </a:rPr>
              <a:t>3  ·  Brief v1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D27"/>
          </a:solidFill>
          <a:ln w="12700">
            <a:solidFill>
              <a:srgbClr val="FF5D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385F68"/>
                </a:solidFill>
              </a:rPr>
              <a:t>BLUEORIGIN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43C"/>
                </a:solidFill>
              </a:rPr>
              <a:t>Verification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242316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66D"/>
                </a:solidFill>
              </a:rPr>
              <a:t>Program-specific reporting requirements must remain explicit and should not be combined into a universal rule.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64556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B80"/>
                </a:solidFill>
              </a:rPr>
              <a:t>4  ·  Brief v1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D27"/>
          </a:solidFill>
          <a:ln w="12700">
            <a:solidFill>
              <a:srgbClr val="FF5D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91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385F68"/>
                </a:solidFill>
              </a:rPr>
              <a:t>BLUEORIGIN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43C"/>
                </a:solidFill>
              </a:rPr>
              <a:t>Exceptions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242316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66D"/>
                </a:solidFill>
              </a:rPr>
              <a:t>Workers should confirm the reported change, identify the affected program, request required evidence, document the action, and inform the household of the next step.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645566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7B80"/>
                </a:solidFill>
              </a:rPr>
              <a:t>5  ·  Brief v1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BlueOrigin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Help Eligibility Workers Explain, Verify, And Document — Guided process</dc:title>
  <dc:subject>Help eligibility workers explain, verify, and document household changes with program differences kept explicit.</dc:subject>
  <dc:creator>BlueOrigin Knowledge Studio</dc:creator>
  <cp:lastModifiedBy>BlueOrigin Knowledge Studio</cp:lastModifiedBy>
  <cp:revision>1</cp:revision>
  <dcterms:created xsi:type="dcterms:W3CDTF">2026-07-30T19:21:38Z</dcterms:created>
  <dcterms:modified xsi:type="dcterms:W3CDTF">2026-07-30T19:21:38Z</dcterms:modified>
</cp:coreProperties>
</file>